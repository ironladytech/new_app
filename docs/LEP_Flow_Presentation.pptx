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Leadership Essentials (LEP)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8"/>
                </a:solidFill>
              </a:rPr>
              <a:t>Participant journey · App flow · Journey v1.5 (Oct 2026)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1E8"/>
                </a:solidFill>
              </a:rPr>
              <a:t>Source: LEP_Flow.pdf · Iron Lady mobile 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8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Program at a glance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What learners experience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1-month cohort: Thursday Orientation, then Saturday–Sunday intensive (Day 1 &amp; Day 2).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Four follow-on weeks with live sessions, optional Prepare to Win, and course tasks.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Certification at Graduation (Week 4).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App surfaces: Home, My Program, Learn, Engage, Profile — plus IL Guide nudges.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43F"/>
                </a:solidFill>
              </a:rPr>
              <a:t>Weekly rhythm (every batch)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(IST)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Thursday (before weekend)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Orientation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7:00–8:00 PM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Saturday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Full day — Day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9:00 AM–7:00 PM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Sunday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Full day — Day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9:00 AM–7:00 PM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Before Day 1 — Registration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Sign-in &amp; onboarding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Phone OTP → Welcome (city, field of work, optional B-HAG).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Zoho Lead sync; batch from Zoho or Choose batch date in app.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Payment: Register (seat held) vs Enrolled (full fee paid).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Landing gate until welcome (+ batch when required) is complete.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Registered home — three lockers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Registered: secure seat / complete enrollment.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Pre-work: VIA Survey, B-HAG, NSDC, profile info — due dates from batch.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Day 1 / Orientation / Day 2: calendar, next live session for their cohort.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Enrolled (paid) learners use the pre–Day 1 enrolled home until Day 1 calendar day.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Pre-work (required before intensive)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Complete enrollment (Razorpay) when seat is held only.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VIA Survey (~15 min) — due before Orientation.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Write B-HAG — discussed at Orientation.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NSDC registration + profile city/domain on file.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8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Live weekend &amp; unlock rules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Intensive weekend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Orientation (S0): cohort welcome, B-HAG calibration, join link ~1 hr before.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Day 1 (S1) &amp; Day 2 (S2): 27 Principles intensive, live boardroom.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Registered (not fully enrolled) learners: Orientation, Day 1, Day 2 in schedule only.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CMS sets orientation Thursday; app derives Day 1 Saturday (+2 days).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5 Daily Rituals — when they appear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Hidden through Saturday Day 1 and Sunday Day 2.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Introduced end of Day 2; tracker opens Monday (day1 + 2 calendar days, IST).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Home practice deck, streak nudges, and journey tasks follow phase gates.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Matches LEP_Flow.pdf — lepRitualsUnlock.js in app.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Weeks 1–4 journey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43F"/>
                </a:solidFill>
              </a:rPr>
              <a:t>Live sessions after the weekend (sample)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Core sessions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Closure, Differentiated Brand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S3, S4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Optional FT, PTW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Progress Check, Shameless Pitch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S6, S5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PTW2 optional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Leadership Habits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PTW3 optional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Graduation / Certificate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S8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</a:rPr>
                        <a:t>Evaluation phase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My Program — phase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Phases unlock on calendar days from batch Day 1 Saturday (LEP_PHASE_DAY_OFFSET).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Registered learners: pre-program + orientation open; Day 2+ locked until enrolled.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“Current phase” ignores Community as sequential step (opens Monday, listed after Week 4).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Implementation: lepFlowGates.js, CourseCurriculum, session template.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Operations &amp; app map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CMS &amp; messaging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Staff: Admin → Batch calendar (cms_batches): orientationDate, day1Date, sessions, Zoom links.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Learner batch resolved via Zoho key, LMS group, or Day 1 date.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Notifications reference session codes (S0–S8, PTW) — dates from batch.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Docs: LEP_FLOW_SUMMARY.md, CMS_BATCH_HUB.md.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F"/>
                </a:solidFill>
              </a:rPr>
              <a:t>App tabs (member)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Home — registered or enrolled hero, IL Guide, practice, next session.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My Program — curriculum, coming-up sessions, phase progress.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Learn — principles, resources, Army events by city.</a:t>
            </a:r>
            <a:endParaRPr lang="en-US" sz="1500" dirty="0"/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B2B30"/>
                </a:solidFill>
              </a:rPr>
              <a:t>Engage — cohort &amp; community; Profile — strength, B-HAG, enrollment.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Iron Lady · Leadership Essentials · v1.5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9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4F1E8"/>
                </a:solidFill>
              </a:rPr>
              <a:t>docs/LEP_FLOW.pdf · docs/LEP_FLOW_SUMMARY.md</a:t>
            </a:r>
            <a:endParaRPr lang="en-US" sz="1400" dirty="0"/>
          </a:p>
          <a:p>
            <a:r>
              <a:rPr lang="en-US" sz="1400" dirty="0">
                <a:solidFill>
                  <a:srgbClr val="F4F1E8"/>
                </a:solidFill>
              </a:rPr>
              <a:t>utils/lepFlowGates.js · utils/lepRitualsUnlock.js</a:t>
            </a:r>
            <a:endParaRPr lang="en-US" sz="1400" dirty="0"/>
          </a:p>
          <a:p>
            <a:r>
              <a:rPr lang="en-US" sz="1400" dirty="0">
                <a:solidFill>
                  <a:srgbClr val="F4F1E8"/>
                </a:solidFill>
              </a:rPr>
              <a:t>constants/lepSessionTemplate.js</a:t>
            </a:r>
            <a:endParaRPr lang="en-US" sz="1400" dirty="0"/>
          </a:p>
          <a:p>
            <a:r>
              <a:rPr lang="en-US" sz="1400" dirty="0">
                <a:solidFill>
                  <a:srgbClr val="F4F1E8"/>
                </a:solidFill>
              </a:rPr>
              <a:t>Iron Lady app (Expo) — lmsironlady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LEP Participant Flow</dc:title>
  <dc:subject>Leadership Essentials Program — app journey v1.5</dc:subject>
  <dc:creator>Iron Lady</dc:creator>
  <cp:lastModifiedBy>Iron Lady</cp:lastModifiedBy>
  <cp:revision>1</cp:revision>
  <dcterms:created xsi:type="dcterms:W3CDTF">2026-10-21T06:14:56Z</dcterms:created>
  <dcterms:modified xsi:type="dcterms:W3CDTF">2026-10-21T06:14:56Z</dcterms:modified>
</cp:coreProperties>
</file>